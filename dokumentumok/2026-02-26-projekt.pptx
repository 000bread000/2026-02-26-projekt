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39687318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39687318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S_API1396873189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S_API1396873189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SLIDES_API1396873189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SLIDES_API1396873189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S_API1396873189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S_API1396873189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SLIDES_API1396873189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SLIDES_API1396873189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SLIDES_API1396873189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SLIDES_API1396873189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SLIDES_API1396873189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SLIDES_API1396873189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Négy informatikai alapfeladat megoldása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Leadási határidő: 2026. március 5.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35000" y="635000"/>
            <a:ext cx="7620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2"/>
                </a:solidFill>
              </a:rPr>
              <a:t>Projekt Összefoglaló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Projekt Követelmények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• Projektterv és szoros határidők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• Teljes körű dokumentáció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• Prezentáció és szoftveres értékelés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1. Iskolai jegykezelő rendszer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• Funkciók: Jegyek rögzítése, módosítása és átlagszámítás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• Felhasználói szintek: Tanár és Diák jogosultságok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• Technológia: Python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2. Feladatkezelő alkalmazás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• Alapműveletek: Hozzáadás, törlés, státusz kezelése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• Határidők kezelése és JSON fájlba mentés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• Extrák: Prioritások és statisztikák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3. Egyszerű játék fejlesztése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• Típus: Számkitalálós játék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• Elvárások: Menürendszer és eredmények mentése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• Fontos elem: Robusztus hibakezelés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4. Weboldal kisvállalkozásnak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• Tartalom: Bemutatkozó oldal és kapcsolatfelvételi űrlap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• Technológia: Bootstrap 5, HTML, CSS, JavaScript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• Megjelenés: Teljesen reszponzív design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Összegzés és Értékelés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• A fejlesztés február 22-én kezdődött és március 5-én zárult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• Minden funkcionális elvárás teljesült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• A dokumentáció és a kódok leadásra készek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